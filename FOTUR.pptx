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BA64F0-7743-49B4-B3F4-A19835FE1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7CD478F-41F9-47A6-8EBD-AF09EB61F5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C32A4E-1C71-43BD-8591-1CD62B834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B7E8F0-BEA5-48C6-B318-FF63FE5AB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AAC62C-95DB-4560-BD69-DA35BF10D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2863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37189-181E-47D0-864B-54FAC6B40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E5DC368-F6E9-4B4C-B3E1-90705DEB6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46DDEE-3425-4D2C-ADF6-1EF2CE07D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BF1E64-B620-44DD-8EE0-D3800C2D4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B41C6F-6D70-4878-8269-0F2132ECA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834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1B773B-AB95-4698-9123-518E3B96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D4CF98-66AD-4F10-A773-68A77DF47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E31A35-E211-482A-841F-E49A52264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6BD0C7F-D88B-41E5-A7D3-5B48B803B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58F035-2730-4232-9BD5-4D7249CE3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950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E63DD3-40A6-4AFA-9E2B-0A6124EA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42AD51-F8A9-40D4-BE23-E44B3A347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DFF3D54-5538-4ED4-8D44-659F937ECC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578A51-3065-43F9-951D-8E25F3D57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2E2C5F-84D2-4EBA-B0D8-0C8963CC5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147B1-8B03-4444-9E0A-C6283FD1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925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B5C209-7B28-4AA6-A30C-379BDD0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965AAC-D224-4D5C-8A26-3AA6C70B2B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ED9B7FF-AAB4-4E05-8C43-D0514870CF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51645A1-4FDE-4236-90C2-E8C92BD01E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9A0F44B-E6E0-4FAA-B340-4B34C760EB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A0897A1-E1F9-4F45-88F6-3068568E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D9D0CC3-C205-442E-BBEB-BB29EBC30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A3F2FF8-3832-422E-A586-B5C14194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56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29EE17-D15C-4957-854C-06740132A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8357F33-7CEC-4626-9E7B-BCBE1C6F5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930ECFA-AE61-499D-B9E9-ACEB1724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B12FD3-4D3E-4C3F-A1C0-031BCCB4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406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1B91045-7A11-46F7-83EF-46B2553F2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001AC38-4D9B-4234-AE8C-DEE735827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15C796-1303-434B-A14E-54B09691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3402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E0A7E5-BDF1-4C02-9C21-6947EF711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3382EE-E7BE-4D6F-9F7C-32FB8818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BE3C67E-EB6F-47B4-9FBD-70555B6C43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C0D050-8E2C-4DA2-BC65-D9EB25A13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F78AFD-48CF-45A5-821E-06903B65A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6A63DAB-5FD1-46E8-804E-D5517EDD4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632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4E34C1-B46B-48BA-8435-36831ACFB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8CB1F57-2AAF-4D2B-85F6-4B63DC6765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F7E192-D278-4AF5-B58E-8DCDB099F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BEEDE61-F748-49B4-BD2F-E069AAC60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ACE55DD-14BE-4D00-B901-81456049B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36E7925-E2A3-49C3-87B6-AF98FF211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020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023A1-3F32-4A59-8518-4C0A72463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C79FAF-91BE-47EE-B486-DBF47E072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13B8C5-6662-470D-89C7-2DE05BF7A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972B47E-2C18-4529-BBEE-022D1298F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A4F84D-119D-4B81-BC90-1DA0F2B30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414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3F74135-39F1-4D00-99EC-E2C2737FF0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860A04-FB19-4201-AFDF-93F874CF24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280A82-63FC-444A-818F-CCAF28BF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17FA82-3D71-47E2-BCAE-8773FF1F8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EA34040-BA77-41FC-B535-4D63E9E96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4345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C7644-FDB3-46E0-933F-494FB9677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F7DC8D-FE93-4A7A-8619-E43F51578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FDE535-B036-4663-9721-DCC5935924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98E5E-ED52-4DD2-9597-7492E25973D0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BD8AA3-47B3-4D47-A64E-42FA0F8DF8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D8FAC0-A8BA-491A-A5E0-A788306A4F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515D8D-7E8D-470A-B3A7-C28DC359B3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92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156CFAB-F421-43D5-BBEA-0D386A374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40"/>
            <a:ext cx="12192000" cy="550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047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woonze</dc:creator>
  <cp:lastModifiedBy>woonze</cp:lastModifiedBy>
  <cp:revision>1</cp:revision>
  <dcterms:created xsi:type="dcterms:W3CDTF">2025-11-27T12:49:13Z</dcterms:created>
  <dcterms:modified xsi:type="dcterms:W3CDTF">2025-11-27T12:49:23Z</dcterms:modified>
</cp:coreProperties>
</file>